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7" r:id="rId5"/>
    <p:sldId id="272" r:id="rId6"/>
    <p:sldId id="268" r:id="rId7"/>
    <p:sldId id="271" r:id="rId8"/>
    <p:sldId id="259" r:id="rId9"/>
    <p:sldId id="269" r:id="rId10"/>
    <p:sldId id="275" r:id="rId11"/>
    <p:sldId id="273" r:id="rId12"/>
    <p:sldId id="270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74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3E1E8"/>
    <a:srgbClr val="FFFFFF"/>
    <a:srgbClr val="010101"/>
    <a:srgbClr val="D3D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590" autoAdjust="0"/>
  </p:normalViewPr>
  <p:slideViewPr>
    <p:cSldViewPr>
      <p:cViewPr varScale="1">
        <p:scale>
          <a:sx n="66" d="100"/>
          <a:sy n="66" d="100"/>
        </p:scale>
        <p:origin x="192" y="5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36672-7A1B-1F9E-BCEA-14DE946CA09C}"/>
              </a:ext>
            </a:extLst>
          </p:cNvPr>
          <p:cNvSpPr txBox="1"/>
          <p:nvPr userDrawn="1"/>
        </p:nvSpPr>
        <p:spPr>
          <a:xfrm>
            <a:off x="13766800" y="8229600"/>
            <a:ext cx="1537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deewewweew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11CA82-CF3A-1186-5CF5-51FEDC6B77D9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E61E2-F8C3-B718-901E-43F384E70451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D3D5DA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DBD27A-0433-7F6F-7061-229AB1476EA4}"/>
              </a:ext>
            </a:extLst>
          </p:cNvPr>
          <p:cNvSpPr txBox="1"/>
          <p:nvPr/>
        </p:nvSpPr>
        <p:spPr>
          <a:xfrm>
            <a:off x="14854654" y="8686800"/>
            <a:ext cx="1401346" cy="369332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51033-E28C-4D5F-BD08-9F980AD0A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609600"/>
            <a:ext cx="15932150" cy="8077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266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182088-6D97-651E-17C5-65AC45D12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5999" cy="9372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237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50B10D-9037-F887-6AD3-9DAE6934D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037682"/>
            <a:ext cx="13716000" cy="780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1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C7A44B-321B-7E52-C211-C39D6C20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30065"/>
            <a:ext cx="15932150" cy="84838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470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2D199D-618C-A8E3-BF0B-FC09C5E1756B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ACBCF-740C-DDE0-4B98-29EE317F3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2438400"/>
            <a:ext cx="10972800" cy="66613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44D378-D12B-8963-DC66-2E76898C0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00" y="990600"/>
            <a:ext cx="150552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85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D97CA3-4759-C515-A89E-C3154746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90236"/>
            <a:ext cx="15932150" cy="85635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25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8D00F3-DC27-0C50-8D4A-FD038D306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9" y="152399"/>
            <a:ext cx="15803421" cy="883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0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279549-DDD7-ABE2-9B69-29EA81C3D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43" y="0"/>
            <a:ext cx="17030161" cy="944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3262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5007A7-1D64-7341-C6D2-455440422F8C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D3D5DA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DFBD5B-91BA-1DBA-3E12-B22C6388EFDB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D3D5DA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C2A29F-FFCC-3C50-1DCB-31A04C09ABBA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2DB51-C580-1064-941E-EAB98BE67BD2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D3D5DA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3D0F68-1B51-1987-03AD-37AA1C41D0C4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D3D5DA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538E14-2FA5-F2E5-D386-E6858E58F514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D3E1E8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A4E833-5E29-027E-1A06-8EDF457EA610}"/>
              </a:ext>
            </a:extLst>
          </p:cNvPr>
          <p:cNvSpPr txBox="1"/>
          <p:nvPr/>
        </p:nvSpPr>
        <p:spPr>
          <a:xfrm>
            <a:off x="14854654" y="8686800"/>
            <a:ext cx="1401346" cy="3693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2D199D-618C-A8E3-BF0B-FC09C5E1756B}"/>
              </a:ext>
            </a:extLst>
          </p:cNvPr>
          <p:cNvSpPr txBox="1"/>
          <p:nvPr/>
        </p:nvSpPr>
        <p:spPr>
          <a:xfrm>
            <a:off x="14854654" y="8767372"/>
            <a:ext cx="1401346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 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ACBCF-740C-DDE0-4B98-29EE317F3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2438400"/>
            <a:ext cx="10972800" cy="666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4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12</Words>
  <Application>Microsoft Macintosh PowerPoint</Application>
  <PresentationFormat>Custom</PresentationFormat>
  <Paragraphs>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</cp:lastModifiedBy>
  <cp:revision>5</cp:revision>
  <dcterms:created xsi:type="dcterms:W3CDTF">2006-08-16T00:00:00Z</dcterms:created>
  <dcterms:modified xsi:type="dcterms:W3CDTF">2026-06-26T12:02:45Z</dcterms:modified>
</cp:coreProperties>
</file>